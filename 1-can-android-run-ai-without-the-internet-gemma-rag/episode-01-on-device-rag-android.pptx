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d39f377171470c" /><Relationship Type="http://schemas.openxmlformats.org/officeDocument/2006/relationships/extended-properties" Target="/docProps/app.xml" Id="R6b13d91242ff461d" /><Relationship Type="http://schemas.openxmlformats.org/officeDocument/2006/relationships/officeDocument" Target="/ppt/presentation.xml" Id="Rd3fecc293ea64f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f8871830894b23"/>
  </p:sldMasterIdLst>
  <p:notesMasterIdLst>
    <p:notesMasterId xmlns:r="http://schemas.openxmlformats.org/officeDocument/2006/relationships" r:id="R164ecd0ff0a64087"/>
  </p:notesMasterIdLst>
  <p:sldIdLst>
    <p:sldId xmlns:r="http://schemas.openxmlformats.org/officeDocument/2006/relationships" id="256" r:id="R7031007ce496404f"/>
    <p:sldId xmlns:r="http://schemas.openxmlformats.org/officeDocument/2006/relationships" id="257" r:id="Rbd1e00bd27084123"/>
    <p:sldId xmlns:r="http://schemas.openxmlformats.org/officeDocument/2006/relationships" id="258" r:id="R99dac9af49a94c06"/>
    <p:sldId xmlns:r="http://schemas.openxmlformats.org/officeDocument/2006/relationships" id="259" r:id="R15ebad13c7fc4f25"/>
    <p:sldId xmlns:r="http://schemas.openxmlformats.org/officeDocument/2006/relationships" id="260" r:id="R75440edcfbec4ce0"/>
    <p:sldId xmlns:r="http://schemas.openxmlformats.org/officeDocument/2006/relationships" id="261" r:id="R3fc44f9716174f69"/>
    <p:sldId xmlns:r="http://schemas.openxmlformats.org/officeDocument/2006/relationships" id="262" r:id="R80742164c1a94e02"/>
    <p:sldId xmlns:r="http://schemas.openxmlformats.org/officeDocument/2006/relationships" id="263" r:id="R530c96869765426b"/>
    <p:sldId xmlns:r="http://schemas.openxmlformats.org/officeDocument/2006/relationships" id="264" r:id="Rad6e2757085c4e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8e492f2d194216" /><Relationship Type="http://schemas.openxmlformats.org/officeDocument/2006/relationships/slideMaster" Target="/ppt/slideMasters/slideMaster1.xml" Id="R1cf8871830894b23" /><Relationship Type="http://schemas.openxmlformats.org/officeDocument/2006/relationships/notesMaster" Target="/ppt/notesMasters/notesMaster1.xml" Id="R164ecd0ff0a64087" /><Relationship Type="http://schemas.openxmlformats.org/officeDocument/2006/relationships/presProps" Target="/ppt/presProps.xml" Id="R45d96f3f14b0407c" /><Relationship Type="http://schemas.openxmlformats.org/officeDocument/2006/relationships/tableStyles" Target="/ppt/tableStyles.xml" Id="Rb2793ec6717947b9" /><Relationship Type="http://schemas.openxmlformats.org/officeDocument/2006/relationships/slide" Target="/ppt/slides/slide1.xml" Id="R7031007ce496404f" /><Relationship Type="http://schemas.openxmlformats.org/officeDocument/2006/relationships/slide" Target="/ppt/slides/slide2.xml" Id="Rbd1e00bd27084123" /><Relationship Type="http://schemas.openxmlformats.org/officeDocument/2006/relationships/slide" Target="/ppt/slides/slide3.xml" Id="R99dac9af49a94c06" /><Relationship Type="http://schemas.openxmlformats.org/officeDocument/2006/relationships/slide" Target="/ppt/slides/slide4.xml" Id="R15ebad13c7fc4f25" /><Relationship Type="http://schemas.openxmlformats.org/officeDocument/2006/relationships/slide" Target="/ppt/slides/slide5.xml" Id="R75440edcfbec4ce0" /><Relationship Type="http://schemas.openxmlformats.org/officeDocument/2006/relationships/slide" Target="/ppt/slides/slide6.xml" Id="R3fc44f9716174f69" /><Relationship Type="http://schemas.openxmlformats.org/officeDocument/2006/relationships/slide" Target="/ppt/slides/slide7.xml" Id="R80742164c1a94e02" /><Relationship Type="http://schemas.openxmlformats.org/officeDocument/2006/relationships/slide" Target="/ppt/slides/slide8.xml" Id="R530c96869765426b" /><Relationship Type="http://schemas.openxmlformats.org/officeDocument/2006/relationships/slide" Target="/ppt/slides/slide9.xml" Id="Rad6e2757085c4e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bb3a6c58c349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6ecccc95cd4ded" /><Relationship Type="http://schemas.openxmlformats.org/officeDocument/2006/relationships/notesMaster" Target="/ppt/notesMasters/notesMaster1.xml" Id="R91b1668412cf41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7017d2b2be4184" /><Relationship Type="http://schemas.openxmlformats.org/officeDocument/2006/relationships/notesMaster" Target="/ppt/notesMasters/notesMaster1.xml" Id="R41847aad20e849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ab257df1694923" /><Relationship Type="http://schemas.openxmlformats.org/officeDocument/2006/relationships/notesMaster" Target="/ppt/notesMasters/notesMaster1.xml" Id="R3854c2d579b546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bf14fe2cec4dae" /><Relationship Type="http://schemas.openxmlformats.org/officeDocument/2006/relationships/notesMaster" Target="/ppt/notesMasters/notesMaster1.xml" Id="R2657d58f1d6443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59319473384a6f" /><Relationship Type="http://schemas.openxmlformats.org/officeDocument/2006/relationships/notesMaster" Target="/ppt/notesMasters/notesMaster1.xml" Id="R5a8de949f2334f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13e0c265314b39" /><Relationship Type="http://schemas.openxmlformats.org/officeDocument/2006/relationships/notesMaster" Target="/ppt/notesMasters/notesMaster1.xml" Id="Re6e731d367f644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cac3f5c7db4024" /><Relationship Type="http://schemas.openxmlformats.org/officeDocument/2006/relationships/notesMaster" Target="/ppt/notesMasters/notesMaster1.xml" Id="R0ac538bacb4745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b3f6cb66b84f4d" /><Relationship Type="http://schemas.openxmlformats.org/officeDocument/2006/relationships/notesMaster" Target="/ppt/notesMasters/notesMaster1.xml" Id="Rceb76468e48148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015b06bfbe43c7" /><Relationship Type="http://schemas.openxmlformats.org/officeDocument/2006/relationships/notesMaster" Target="/ppt/notesMasters/notesMaster1.xml" Id="Rde6238ea47e0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https://simplifiedcoding.net/courses/on-device-rag-android-gemma</a:t>
            </a:r>
          </a:p>
          <a:p xmlns:a="http://schemas.openxmlformats.org/drawingml/2006/main">
            <a:r>
              <a:t>- User-provided Episode 1 transcript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Episode 1 transcript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Episode 1 transcript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Episode 1 transcript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Episode 1 transcript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Episode 1 transcript</a:t>
            </a:r>
          </a:p>
          <a:p xmlns:a="http://schemas.openxmlformats.org/drawingml/2006/main">
            <a:r>
              <a:t>- https://developers.google.com/edge/mediapipe/solutions/genai/rag/android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Episode 1 transcript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Episode 1 transcript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Episode 1 transcript</a:t>
            </a:r>
          </a:p>
          <a:p xmlns:a="http://schemas.openxmlformats.org/drawingml/2006/main">
            <a:r>
              <a:t>- https://ai.google.dev/gemma/docs/integrations/mobile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014e457e347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b85d7084494ee7" /><Relationship Type="http://schemas.openxmlformats.org/officeDocument/2006/relationships/slideLayout" Target="/ppt/slideLayouts/slideLayout1.xml" Id="Rff7cc70fc2c4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7cc70fc2c4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1f630483b405a" /><Relationship Type="http://schemas.openxmlformats.org/officeDocument/2006/relationships/notesSlide" Target="/ppt/notesSlides/notesSlide1.xml" Id="Rc45a197332fe43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3ae33fc024db8" /><Relationship Type="http://schemas.openxmlformats.org/officeDocument/2006/relationships/notesSlide" Target="/ppt/notesSlides/notesSlide2.xml" Id="R4c586e6a3ef042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548d1f26c40fb" /><Relationship Type="http://schemas.openxmlformats.org/officeDocument/2006/relationships/notesSlide" Target="/ppt/notesSlides/notesSlide3.xml" Id="R40994fcd9e7f46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4f0ce2cd54a62" /><Relationship Type="http://schemas.openxmlformats.org/officeDocument/2006/relationships/notesSlide" Target="/ppt/notesSlides/notesSlide4.xml" Id="Rcb902893d2ce4e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1327e99da4bff" /><Relationship Type="http://schemas.openxmlformats.org/officeDocument/2006/relationships/notesSlide" Target="/ppt/notesSlides/notesSlide5.xml" Id="R93fb67993a2f48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1604969a2477e" /><Relationship Type="http://schemas.openxmlformats.org/officeDocument/2006/relationships/notesSlide" Target="/ppt/notesSlides/notesSlide6.xml" Id="R98c9c6ada29c40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aaaaaa1a64efb" /><Relationship Type="http://schemas.openxmlformats.org/officeDocument/2006/relationships/notesSlide" Target="/ppt/notesSlides/notesSlide7.xml" Id="Rf0fbcfe67e854a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2b0be9a0f428a" /><Relationship Type="http://schemas.openxmlformats.org/officeDocument/2006/relationships/notesSlide" Target="/ppt/notesSlides/notesSlide8.xml" Id="Rf073451accf247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f396e786f4134" /><Relationship Type="http://schemas.openxmlformats.org/officeDocument/2006/relationships/notesSlide" Target="/ppt/notesSlides/notesSlide9.xml" Id="Rcb8b9ae741174e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B94E4-F17D-450D-BB22-30A5B30F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95250" cy="581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065CF-E071-44C6-888C-7004C7DD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ON-DEVICE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38B30-BA59-40B9-A7E8-E07FCE5C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8750"/>
            <a:ext cx="9525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Android Run AI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Without the Internet?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10680-498C-47BF-84CE-4C5B3CBF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C9D0DA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C9D0DA"/>
                </a:solidFill>
                <a:latin typeface="Arial"/>
                <a:ea typeface="Arial"/>
                <a:cs typeface="Arial"/>
              </a:rPr>
              <a:t>Gemma + 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2C71C-A366-446B-8978-ED557239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53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9AA3A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A3AF"/>
                </a:solidFill>
                <a:latin typeface="Arial"/>
                <a:ea typeface="Arial"/>
                <a:cs typeface="Arial"/>
              </a:rPr>
              <a:t>EPISODE 1  ·  MY HEALTH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7D6B0-BB91-49D1-83F5-6DE1F915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7340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3561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629EFCD-9DA5-46F4-8372-453EAEC3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The answer never left the phone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FF3FB-E209-4D37-855F-4C2BDCFD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01051-6214-4E4D-AED6-E03A6F9C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D8DEE-9117-4EC0-9F64-C612C97C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3829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Airplane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A1C5B-7580-4C35-AFAB-65ADDB92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95800-D6A9-4101-A3EE-CC721B5C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305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Private report stayed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10B5C-649F-4196-9B50-D2FAF9AB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07D76-48CB-4BA0-9ECD-6EFBFCB0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Answer linked back to the source page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C36C7-5FCA-4025-8D38-263A8C54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825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825D"/>
                </a:solidFill>
                <a:latin typeface="Arial"/>
                <a:ea typeface="Arial"/>
                <a:cs typeface="Arial"/>
              </a:rPr>
              <a:t>No server. No cloud API.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9A4A6-F043-4E60-B7E5-98D84C6F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333500"/>
            <a:ext cx="3905250" cy="47625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54CB4-7831-41AE-8CCE-C427F74C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81150"/>
            <a:ext cx="3562350" cy="42672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E8EC6-FB2C-463D-A3EE-FE29FCB0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28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MY HEALTH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C62AD-4749-475E-8E36-93C23F09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33625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What did my last report say about my liver?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A3730-A564-4D0F-BB82-5DF8DF3B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71850"/>
            <a:ext cx="28765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D09A0-592E-4893-88DA-92073D2C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0450"/>
            <a:ext cx="2457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The useful section was found and the answer was created on this device.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223EB-97B1-418E-8E31-0632260F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197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VIEW SOURCE PAGE  →</a:t>
            </a:r>
          </a:p>
        </p:txBody>
      </p:sp>
    </p:spTree>
    <p:extLst>
      <p:ext uri="{BB962C8B-B14F-4D97-AF65-F5344CB8AC3E}">
        <p14:creationId xmlns:p14="http://schemas.microsoft.com/office/powerpoint/2010/main" val="124452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0CEDD386-4A5D-4EB9-9B2E-143CF43A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Gemma cannot read your private files by itself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AF6F4-51E0-419A-AF1A-04DBB2A1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984E7-DBB8-4378-ADC4-3E26AAA3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387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7DEC0-4D1B-431A-89C4-C7193E31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4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4C4C"/>
                </a:solidFill>
                <a:latin typeface="Arial"/>
                <a:ea typeface="Arial"/>
                <a:cs typeface="Arial"/>
              </a:rPr>
              <a:t>GEMMA ALONE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9890D-D10C-4064-BBF8-AC46ADE3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It has never seen your 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AF3A7-440E-4A92-A887-16744F36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6D8FD-338F-4F15-B3BE-B59B7938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4019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It may say “I don’t know.”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D1BFA-6723-42F8-938A-74D03F41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80364-1523-42C0-9C4C-3CDC8CF6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4019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It may invent a plausible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2C466-F97A-472E-BA4D-0801454F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299B4-5C0C-4A87-AEE6-876EEC35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4019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Sending every file in every prompt is slow and wasteful.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A8203-589C-4DD1-B6F4-82BB145C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What it needs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95E03-BA69-44FB-A671-073FF28A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It does not need everything. It only needs the text that can answer this question.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39891-1033-4DAE-9130-0779FA6A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4386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FACBE-5DD6-46FB-AEB8-A653E1B1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482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USEFUL PART</a:t>
            </a:r>
          </a:p>
        </p:txBody>
      </p:sp>
    </p:spTree>
    <p:extLst>
      <p:ext uri="{BB962C8B-B14F-4D97-AF65-F5344CB8AC3E}">
        <p14:creationId xmlns:p14="http://schemas.microsoft.com/office/powerpoint/2010/main" val="1323848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D8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315D9-D001-4C70-93A1-453243D3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RAG, IN ONE 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2416E-75FA-4C69-B7D0-EB57C7F2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BEFORE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3341C-FBC7-4C5C-A836-0CD7E76E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477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44D9C-6822-40D9-94A2-6ED25EE4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60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AE2F0-55F6-4B29-A696-5284C93D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for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23E59-B58D-45DA-93E0-CA483BFF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38600"/>
            <a:ext cx="60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670F-A044-4EA0-90C2-8A3BF0E5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148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Give it to Gemma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B6654-BF5E-4FE5-910B-C621DD5F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CEE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EFF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A1A13-3B59-4F92-8030-69F80D8B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434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CEE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EFF"/>
                </a:solidFill>
                <a:latin typeface="Arial"/>
                <a:ea typeface="Arial"/>
                <a:cs typeface="Arial"/>
              </a:rPr>
              <a:t>Augmented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0D8D1-78EC-423A-ABD1-C0A84E2E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7375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2452CC1-FFF1-4A3E-9581-37117CE2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The app does two kinds of work at different times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35A87-9F3B-4F5A-90A1-81CFB6FE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2D864-E897-4434-A629-64C2062A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3340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F0060-893D-4B64-8980-210B16C6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WHEN A FILE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4E9AF-46BB-4072-B09A-9A7C0AD3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Prepare it once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DD27D-A6BD-4E1D-8C39-B0BA59AB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Read the text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Break it into useful chunks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Create embeddings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Save them on the phone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DB6C3-CE61-4C07-BEC2-16C66B27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3340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6C8E8-B134-4902-AFD9-B0B441D3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WHEN THE USER ASKS A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B5524-0BF0-4313-AF10-1AD7B4A2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36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Search, then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8FCF9-2BEF-4E7B-A10B-07107431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Search the saved text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Pick the best evidence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Build the prompt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Ask Gemma to answer</a:t>
            </a:r>
          </a:p>
        </p:txBody>
      </p:sp>
    </p:spTree>
    <p:extLst>
      <p:ext uri="{BB962C8B-B14F-4D97-AF65-F5344CB8AC3E}">
        <p14:creationId xmlns:p14="http://schemas.microsoft.com/office/powerpoint/2010/main" val="1553462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E4D38F0C-7507-45B7-BE1F-33447CA5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The app always follows this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F1675-90E3-46B6-9ABB-62874544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767DA-17C8-4F3E-8808-126026E9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5143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83049-FE5F-46EC-AF45-B76A62EA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5143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0801B-B7D8-4D69-9B69-8B7C2DFA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5143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C6B0A-05BB-4E80-BA23-5849362E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34097-94A3-46DE-B116-029C133A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1DABA-9487-4B4F-9A41-7EF86459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1771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What did my report say about my liver?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46528-2B21-4178-95EE-1268A019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7650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B9617-5CAC-4BB4-8DEA-3A3508E7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E763C-321F-47BF-B586-E637B941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Find useful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FE07B-3AB9-42D5-A333-29ECA8AA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45574-851E-4EBF-81D5-619588D0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1ED30-BCD3-4A16-8E6F-B8CC763B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Question +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55D42-F666-4D2E-B1E8-B09B08CD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26B47-1363-4487-8C72-42D03C4F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GEMMA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7D234-FB8D-4FE6-B87F-A0A33713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623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the 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FD9C8-B9EB-43AC-A260-83B511EF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Gemma can only use what the app finds. That is why search comes first.</a:t>
            </a:r>
          </a:p>
        </p:txBody>
      </p:sp>
    </p:spTree>
    <p:extLst>
      <p:ext uri="{BB962C8B-B14F-4D97-AF65-F5344CB8AC3E}">
        <p14:creationId xmlns:p14="http://schemas.microsoft.com/office/powerpoint/2010/main" val="745206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FB0E530-A481-4B4F-A2BB-2D8911C9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Every course topic fits somewhere in this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70152-FCB5-42C0-B336-FE786704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A9F51-034A-4376-8890-A816B1B6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CED6"/>
          </a:solidFill>
          <a:ln xmlns:a="http://schemas.openxmlformats.org/drawingml/2006/main" w="0">
            <a:solidFill>
              <a:srgbClr val="C8CE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1B0FE-BDCC-4E54-A91E-448ACD7F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38857-F7D0-49D9-AB73-27B37437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CE25E-DCBA-4723-9C1A-DC6A7313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962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Extract useful text and keep its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93EB7-F1A4-40D9-A0C3-C3A357B0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7640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CED6"/>
          </a:solidFill>
          <a:ln xmlns:a="http://schemas.openxmlformats.org/drawingml/2006/main" w="0">
            <a:solidFill>
              <a:srgbClr val="C8CE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28C2D-6065-48EB-99CC-87673640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621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51380-BE3A-4801-A371-99C236FE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19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0834B-76F3-4F93-A4D1-2519652E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09900"/>
            <a:ext cx="1962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Represent meaning so text can be searched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52512-BD39-43D9-8659-54D6B245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7640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6B361-1A69-45F9-8608-94CC3750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621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2F8A3-88F2-4928-9355-7E7F4197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19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C7D29-1FFE-4EA7-AA9C-D391250D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09900"/>
            <a:ext cx="1962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Choose the evidence Gemma gets to see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97A17-6AAE-4DA2-8C4A-5414BA01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7640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CED6"/>
          </a:solidFill>
          <a:ln xmlns:a="http://schemas.openxmlformats.org/drawingml/2006/main" w="0">
            <a:solidFill>
              <a:srgbClr val="C8CE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C2402-2BAF-4BCE-BB22-6E9620A1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87896-2B51-49AF-AB31-7858257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F52FC-BB8F-4C7A-85AF-2D307E69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1962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Tell Gemma how to use that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DCE1C-A8E5-494B-80FD-3E0EE072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76400"/>
            <a:ext cx="1962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CED6"/>
          </a:solidFill>
          <a:ln xmlns:a="http://schemas.openxmlformats.org/drawingml/2006/main" w="0">
            <a:solidFill>
              <a:srgbClr val="C8CE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C44AF-C93F-4FEE-8981-6B40DAAE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621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A683B1-F158-490C-A19B-84337E3A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81F56-AE89-4FB5-9B60-0F879E23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9900"/>
            <a:ext cx="1962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Create the final answer on-device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FF370-BAA3-434C-BD5A-67D7BC57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1125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D2390-0083-4572-AB67-33464DD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strong model cannot use information that was never found.</a:t>
            </a:r>
          </a:p>
        </p:txBody>
      </p:sp>
    </p:spTree>
    <p:extLst>
      <p:ext uri="{BB962C8B-B14F-4D97-AF65-F5344CB8AC3E}">
        <p14:creationId xmlns:p14="http://schemas.microsoft.com/office/powerpoint/2010/main" val="8574662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9B53244-BB41-4CD3-91D3-B327B1FE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and offline does not mean automatically correct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FB85F-75A5-4D15-BAD0-0B7F20DA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AB2B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AB2B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BB943-C421-4E4A-904C-698F9280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local RAG improves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BFD2F-6DFD-416F-AD44-1462F993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1682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3112D-8737-4DC8-8E43-E517094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400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files can stay on the phone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F0DC8-5C26-418D-8921-0642BE19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1682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337C2-2EFD-4949-B003-6512911A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400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app can work without internet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9D051-C140-496D-B061-42C16166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1682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7EACA-6A31-4E00-812A-BAAF0E5A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400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Gemma receives relevant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2A686-F471-40B5-8F03-3C06B585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cannot promise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B6D07-0EA6-42A9-A5FA-FCA623ED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8DBFD-BEAB-49A2-8A75-7EAF3940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421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Perfect 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10078-EF38-46CC-AE6A-378C934B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DB104-3CB8-43C2-B964-5FAA233A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421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perfect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83930-4A85-462F-8109-2276C3A8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C772B-A2EC-4569-9F86-D9BA471E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421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correct answer every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C0ACF-5FD6-49E1-9349-B2594BD0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evidence would you need before you trusted the answer?</a:t>
            </a:r>
          </a:p>
        </p:txBody>
      </p:sp>
    </p:spTree>
    <p:extLst>
      <p:ext uri="{BB962C8B-B14F-4D97-AF65-F5344CB8AC3E}">
        <p14:creationId xmlns:p14="http://schemas.microsoft.com/office/powerpoint/2010/main" val="2133945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9F382-8D3B-4150-A190-662E71D6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F3E1B-05AD-47DC-9B31-1515CC10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Run Gemma inside Android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C97E6-E9A9-424E-B555-D3FFC09E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847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We start with a simple local chatbot. Then we add the pieces that turn it into a real RAG app.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8D27C-14F9-4BA6-A9EF-E256BF21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11252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DBC42-16F1-43DF-B0F4-0E72A68F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1055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Prepare the file when it changes. Search when the user asks a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E2FD0-6A02-48C1-97F9-7DB106EC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SEARCH BEFORE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F7B4F-2481-48D8-997D-05BDD0BE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7660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2026-08-29T07:43:58.7580000Z</dcterms:created>
  <dcterms:modified xsi:type="dcterms:W3CDTF">2026-08-29T07:43:58.7580000Z</dcterms:modified>
</coreProperties>
</file>